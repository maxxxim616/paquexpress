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4864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PAQUEXPRESS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Entregas con Flutter + FastAPI + MySQL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71600" y="3474720"/>
            <a:ext cx="6400800" cy="1280160"/>
          </a:xfrm>
          <a:prstGeom prst="rect">
            <a:avLst/>
          </a:prstGeom>
          <a:solidFill>
            <a:srgbClr val="1B2A4A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554480" y="356616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Evaluación Unidad 3 — Desarrollo de Aplicaciones para Dispositivos Móviles</a:t>
            </a:r>
            <a:endParaRPr lang="en-US" sz="13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Alumno: [Tu Nombre]  |  Matrícula: [Tu Matrícula]  |  Fecha: Marzo 2026</a:t>
            </a:r>
            <a:endParaRPr lang="en-US" sz="13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</a:rPr>
              <a:t>"Actividad para alcanzar 7 Puntos"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09728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Descripción del Proyecto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7680960" cy="384048"/>
          </a:xfrm>
          <a:prstGeom prst="rect">
            <a:avLst/>
          </a:prstGeom>
          <a:solidFill>
            <a:srgbClr val="F7F0E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5448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Diagrama de Clases y Modelo de Datos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01168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Arquitectura del Sistema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7680960" cy="384048"/>
          </a:xfrm>
          <a:prstGeom prst="rect">
            <a:avLst/>
          </a:prstGeom>
          <a:solidFill>
            <a:srgbClr val="F7F0E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46888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Justificación de Sensores (Cámara, GPS)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292608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Librerías y Recursos Multimedia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3383280"/>
            <a:ext cx="7680960" cy="384048"/>
          </a:xfrm>
          <a:prstGeom prst="rect">
            <a:avLst/>
          </a:prstGeom>
          <a:solidFill>
            <a:srgbClr val="F7F0E3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38328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Mecanismos de Seguridad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384048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Evidencias de Acceso a Datos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4297680"/>
            <a:ext cx="7680960" cy="384048"/>
          </a:xfrm>
          <a:prstGeom prst="rect">
            <a:avLst/>
          </a:prstGeom>
          <a:solidFill>
            <a:srgbClr val="F7F0E3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29768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Reflexión sobre el Desarrollo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DESCRIPCIÓN DEL PROYECTO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Paquexpress S.A. de C.V. requiere una aplicación móvil para sus agentes de entrega en campo, mejorando la trazabilidad y seguridad en la entrega de paquetes.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0233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20240"/>
            <a:ext cx="73152" cy="123444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945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057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Selección de Paquete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63040" y="2468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entregas asignadas con ID único y dirección destino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1920240"/>
            <a:ext cx="40233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920240"/>
            <a:ext cx="73152" cy="123444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19456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60720" y="2057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Captura de Foto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760720" y="2468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fotográfica en el punto de entrega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337560"/>
            <a:ext cx="40233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" y="3337560"/>
            <a:ext cx="73152" cy="123444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1188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Ubicación GPS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463040" y="3886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Geolocalización automática al momento de entrega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846320" y="3337560"/>
            <a:ext cx="40233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46320" y="3337560"/>
            <a:ext cx="73152" cy="123444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61188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60720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Segura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760720" y="3886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con JWT y contraseñas encriptadas con bcrypt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DIAGRAMA DE CLASES Y MODELO DE DATOS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84048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840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|  INT  |  PK, AUTO_INCREMENT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840480" cy="320040"/>
          </a:xfrm>
          <a:prstGeom prst="rect">
            <a:avLst/>
          </a:prstGeom>
          <a:solidFill>
            <a:srgbClr val="ECF0F1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  |  VARCHAR(100)  |  NOT NULL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3840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 |  VARCHAR(100)  |  UNIQUE, NOT NULL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3840480" cy="320040"/>
          </a:xfrm>
          <a:prstGeom prst="rect">
            <a:avLst/>
          </a:prstGeom>
          <a:solidFill>
            <a:srgbClr val="ECF0F1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password_hash  |  VARCHAR(255)  |  NOT NULL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3840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  |  TIMESTAMP  |  DEFAULT CURRENT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402336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PAQUETES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54880" y="1463040"/>
            <a:ext cx="4023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|  INT  |  PK, AUTO_INCREMENT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783080"/>
            <a:ext cx="4023360" cy="320040"/>
          </a:xfrm>
          <a:prstGeom prst="rect">
            <a:avLst/>
          </a:prstGeom>
          <a:solidFill>
            <a:srgbClr val="ECF0F1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codigo  |  VARCHAR(50)  |  UNIQUE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103120"/>
            <a:ext cx="4023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103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direccion_destino  |  VARCHAR(255)  |  NOT NULL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423160"/>
            <a:ext cx="4023360" cy="320040"/>
          </a:xfrm>
          <a:prstGeom prst="rect">
            <a:avLst/>
          </a:prstGeom>
          <a:solidFill>
            <a:srgbClr val="ECF0F1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lat/lng_destino  |  DOUBLE  |  Coordenadas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2743200"/>
            <a:ext cx="4023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743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agente_id  |  INT  |  FK → agentes.id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3063240"/>
            <a:ext cx="4023360" cy="320040"/>
          </a:xfrm>
          <a:prstGeom prst="rect">
            <a:avLst/>
          </a:prstGeom>
          <a:solidFill>
            <a:srgbClr val="ECF0F1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063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  |  ENUM  |  pendiente/entregado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3383280"/>
            <a:ext cx="4023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383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foto_evidencia  |  LONGTEXT  |  Base64 imagen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3703320"/>
            <a:ext cx="4023360" cy="320040"/>
          </a:xfrm>
          <a:prstGeom prst="rect">
            <a:avLst/>
          </a:prstGeom>
          <a:solidFill>
            <a:srgbClr val="ECF0F1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703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lat/lng_entrega  |  DOUBLE  |  GPS entrega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4023360"/>
            <a:ext cx="4023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4023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fecha_entrega  |  TIMESTAMP  |  NULL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0040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─────── 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2860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tiene muchos paquetes asignados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ARQUITECTURA DEL SISTEMA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2560320" cy="73152"/>
          </a:xfrm>
          <a:prstGeom prst="rect">
            <a:avLst/>
          </a:prstGeom>
          <a:solidFill>
            <a:srgbClr val="2980B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4630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Flutter App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74320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móvil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/ Material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Cámara, GPS, Maps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83280" y="11887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83280" y="1188720"/>
            <a:ext cx="2560320" cy="73152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46304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66160" y="274320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REST 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bcrypt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11887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188720"/>
            <a:ext cx="2560320" cy="73152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46304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MySQL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00800" y="274320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Tablas: agentes,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01752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7E22"/>
                </a:solidFill>
              </a:rPr>
              <a:t>→</a:t>
            </a:r>
            <a:endParaRPr lang="en-US" sz="3600" dirty="0"/>
          </a:p>
        </p:txBody>
      </p:sp>
      <p:sp>
        <p:nvSpPr>
          <p:cNvPr id="20" name="Text 15"/>
          <p:cNvSpPr/>
          <p:nvPr/>
        </p:nvSpPr>
        <p:spPr>
          <a:xfrm>
            <a:off x="585216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7E22"/>
                </a:solidFill>
              </a:rPr>
              <a:t>→</a:t>
            </a:r>
            <a:endParaRPr lang="en-US" sz="3600" dirty="0"/>
          </a:p>
        </p:txBody>
      </p:sp>
      <p:sp>
        <p:nvSpPr>
          <p:cNvPr id="21" name="Text 16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Endpoints: POST /register  |  POST /login  |  GET /paquetes  |  POST /entregar  |  GET /historial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JUSTIFICACIÓN DE SENSORES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3840480" cy="73152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3716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103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CÁMARA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256032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Paquete: image_picker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Propósito: Capturar evidencia fotográfica de la entrega del paquete en el punto final.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Justificación: La foto permite verificar que el paquete fue entregado físicamente, protegiendo tanto al agente como al cliente ante reclamaciones.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imagen se convierte a Base64 y se almacena en la BD junto con las coordenadas GPS.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97280"/>
            <a:ext cx="4023360" cy="73152"/>
          </a:xfrm>
          <a:prstGeom prst="rect">
            <a:avLst/>
          </a:prstGeom>
          <a:solidFill>
            <a:srgbClr val="2980B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37160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2103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5029200" y="25603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Paquete: geolocator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Propósito: Registrar la ubicación exacta del dispositivo al momento de la entrega.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Justificación: Validar que la entrega se realizó en la dirección correcta. Protege contra fraudes y permite auditorías de rutas.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google_maps_flutter para visualizar la dirección destino en mapa interactivo.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LIBRERÍAS Y RECURSOS MULTIMEDIA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Librería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0" y="10058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Plataforma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10058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Función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89888"/>
            <a:ext cx="8229600" cy="384048"/>
          </a:xfrm>
          <a:prstGeom prst="rect">
            <a:avLst/>
          </a:prstGeom>
          <a:solidFill>
            <a:srgbClr val="ECF0F1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898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13898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0" y="138988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Peticiones HTTP a la API REST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773936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7739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image_picker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17739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177393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cámara del dispositivo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157984"/>
            <a:ext cx="8229600" cy="384048"/>
          </a:xfrm>
          <a:prstGeom prst="rect">
            <a:avLst/>
          </a:prstGeom>
          <a:solidFill>
            <a:srgbClr val="ECF0F1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1579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0" y="21579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0" y="215798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Obtención de coordenadas GPS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542032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5420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google_maps_flutter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0" y="25420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31920" y="254203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interactivo con marcadores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926080"/>
            <a:ext cx="8229600" cy="384048"/>
          </a:xfrm>
          <a:prstGeom prst="rect">
            <a:avLst/>
          </a:prstGeom>
          <a:solidFill>
            <a:srgbClr val="ECF0F1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9260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shared_preferences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60320" y="2926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31920" y="29260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local del token JWT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310128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310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60320" y="33101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31920" y="33101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para la API REST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ECF0F1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6941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560320" y="36941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931920" y="369417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Encriptación de contraseñas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078224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0782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python-jose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560320" y="40782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931920" y="407822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y validación de tokens JWT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462272"/>
            <a:ext cx="8229600" cy="384048"/>
          </a:xfrm>
          <a:prstGeom prst="rect">
            <a:avLst/>
          </a:prstGeom>
          <a:solidFill>
            <a:srgbClr val="ECF0F1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4622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mysql-connector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560320" y="44622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931920" y="446227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con base de datos MySQL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MECANISMOS DE SEGURIDAD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73152" cy="86868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0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Encriptación bcrypt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14813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contraseñas se hashean con bcrypt antes de almacenarse. Nunca se guarda texto plano. El hash incluye salt automático.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14884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148840"/>
            <a:ext cx="73152" cy="86868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317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Tokens JWT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463040" y="253288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login genera un JSON Web Token con expiración de 8 horas. Se envía en el header Authorization: Bearer &lt;token&gt; de cada petición.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200400"/>
            <a:ext cx="73152" cy="86868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832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Validación por Endpoint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63040" y="358444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ruta protegida (GET /paquetes, POST /entregar, GET /historial) valida el token antes de responder. Si el token es inválido, retorna 401.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25196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48640" y="4251960"/>
            <a:ext cx="73152" cy="86868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43484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de Acceso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463040" y="46360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solo puede ver y entregar paquetes asignados a su ID. La consulta SQL filtra por agente_id extraído del token.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 EVIDENCIAS DE ACCESO A DATOS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insertar capturas de pantalla de: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463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 Login con credenciales ingresadas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1965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paquetes pendientes cargados desde la API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146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2468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 entrega con foto capturada y GPS obtenido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01752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88720" y="2971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interactivo mostrando dirección destino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520440"/>
            <a:ext cx="320040" cy="3200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88720" y="3474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(/docs) mostrando respuesta exitosa de endpoints</a:t>
            </a:r>
            <a:endParaRPr lang="en-US" sz="13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023360"/>
            <a:ext cx="320040" cy="32004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188720" y="3977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con registros actualizados post-entrega</a:t>
            </a:r>
            <a:endParaRPr lang="en-US" sz="1300" dirty="0"/>
          </a:p>
        </p:txBody>
      </p:sp>
      <p:sp>
        <p:nvSpPr>
          <p:cNvPr id="17" name="Shape 9"/>
          <p:cNvSpPr/>
          <p:nvPr/>
        </p:nvSpPr>
        <p:spPr>
          <a:xfrm>
            <a:off x="548640" y="4389120"/>
            <a:ext cx="8046720" cy="548640"/>
          </a:xfrm>
          <a:prstGeom prst="rect">
            <a:avLst/>
          </a:prstGeom>
          <a:solidFill>
            <a:srgbClr val="FFF3CD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731520" y="43891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Reemplazar este slide con capturas reales de tu aplicación funcionando.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 REFLEXIÓN SOBRE EL DESARROLLO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188720"/>
            <a:ext cx="7498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desarrollo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desarrollo de Paquexpress representó un reto integral al combinar tres tecnologías: Flutter como frontend móvil, FastAPI como backend REST, y MySQL como capa de persistencia. El mayor aprendizaje fue la integración entre estos componentes.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Retos principales: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Configuración de permisos de cámara y GPS en Android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Manejo de tokens JWT entre Flutter y FastAPI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Compatibilidad de bcrypt con Python 3.13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Conversión de imágenes a Base64 para almacenamiento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[Personalizar con tu experiencia real del desarrollo]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9144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PAQUEXPRESS</a:t>
            </a:r>
            <a:endParaRPr lang="en-US" sz="4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329184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06240" y="3291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github.com/TU_USUARIO/paquexpress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 •  FastAPI  •  MySQL  •  JWT  •  bcrypt  •  Google Maps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Paquexpress - Reporte Técnico</dc:title>
  <dc:subject>PptxGenJS Presentation</dc:subject>
  <dc:creator>Aeternaxis</dc:creator>
  <cp:lastModifiedBy>Aeternaxis</cp:lastModifiedBy>
  <cp:revision>1</cp:revision>
  <dcterms:created xsi:type="dcterms:W3CDTF">2026-03-24T21:09:13Z</dcterms:created>
  <dcterms:modified xsi:type="dcterms:W3CDTF">2026-03-24T21:09:13Z</dcterms:modified>
</cp:coreProperties>
</file>